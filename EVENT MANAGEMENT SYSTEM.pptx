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442959-7128-49D5-AFA8-D8AA91877FC7}" v="111" dt="2025-11-25T13:35:49.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a Paunikar" userId="7520e59c6ea1462c" providerId="LiveId" clId="{3DF126A1-4FD1-4726-BFE2-5DAD9241BFED}"/>
    <pc:docChg chg="custSel addSld modSld">
      <pc:chgData name="Nisha Paunikar" userId="7520e59c6ea1462c" providerId="LiveId" clId="{3DF126A1-4FD1-4726-BFE2-5DAD9241BFED}" dt="2025-11-25T14:41:34.026" v="250" actId="1076"/>
      <pc:docMkLst>
        <pc:docMk/>
      </pc:docMkLst>
      <pc:sldChg chg="modSp mod">
        <pc:chgData name="Nisha Paunikar" userId="7520e59c6ea1462c" providerId="LiveId" clId="{3DF126A1-4FD1-4726-BFE2-5DAD9241BFED}" dt="2025-11-19T14:17:13.265" v="180"/>
        <pc:sldMkLst>
          <pc:docMk/>
          <pc:sldMk cId="2440955216" sldId="257"/>
        </pc:sldMkLst>
        <pc:spChg chg="mod">
          <ac:chgData name="Nisha Paunikar" userId="7520e59c6ea1462c" providerId="LiveId" clId="{3DF126A1-4FD1-4726-BFE2-5DAD9241BFED}" dt="2025-11-19T14:17:13.265" v="180"/>
          <ac:spMkLst>
            <pc:docMk/>
            <pc:sldMk cId="2440955216" sldId="257"/>
            <ac:spMk id="7" creationId="{9058B0DE-2E44-8024-F773-FC435F094174}"/>
          </ac:spMkLst>
        </pc:spChg>
      </pc:sldChg>
      <pc:sldChg chg="modSp mod">
        <pc:chgData name="Nisha Paunikar" userId="7520e59c6ea1462c" providerId="LiveId" clId="{3DF126A1-4FD1-4726-BFE2-5DAD9241BFED}" dt="2025-11-19T18:24:00.873" v="240" actId="27636"/>
        <pc:sldMkLst>
          <pc:docMk/>
          <pc:sldMk cId="3536322421" sldId="258"/>
        </pc:sldMkLst>
        <pc:spChg chg="mod">
          <ac:chgData name="Nisha Paunikar" userId="7520e59c6ea1462c" providerId="LiveId" clId="{3DF126A1-4FD1-4726-BFE2-5DAD9241BFED}" dt="2025-11-19T07:17:37.522" v="1" actId="14100"/>
          <ac:spMkLst>
            <pc:docMk/>
            <pc:sldMk cId="3536322421" sldId="258"/>
            <ac:spMk id="2" creationId="{66069216-F9C2-6256-7608-42106D2C4FE8}"/>
          </ac:spMkLst>
        </pc:spChg>
        <pc:spChg chg="mod">
          <ac:chgData name="Nisha Paunikar" userId="7520e59c6ea1462c" providerId="LiveId" clId="{3DF126A1-4FD1-4726-BFE2-5DAD9241BFED}" dt="2025-11-19T18:24:00.873" v="240" actId="27636"/>
          <ac:spMkLst>
            <pc:docMk/>
            <pc:sldMk cId="3536322421" sldId="258"/>
            <ac:spMk id="3" creationId="{F5A5C633-1640-8529-5680-A861D1E18AA2}"/>
          </ac:spMkLst>
        </pc:spChg>
        <pc:picChg chg="mod">
          <ac:chgData name="Nisha Paunikar" userId="7520e59c6ea1462c" providerId="LiveId" clId="{3DF126A1-4FD1-4726-BFE2-5DAD9241BFED}" dt="2025-11-19T07:17:26.147" v="0" actId="1076"/>
          <ac:picMkLst>
            <pc:docMk/>
            <pc:sldMk cId="3536322421" sldId="258"/>
            <ac:picMk id="1028" creationId="{C34B658C-C171-371B-FD21-561ABD088888}"/>
          </ac:picMkLst>
        </pc:picChg>
      </pc:sldChg>
      <pc:sldChg chg="addSp modSp mod">
        <pc:chgData name="Nisha Paunikar" userId="7520e59c6ea1462c" providerId="LiveId" clId="{3DF126A1-4FD1-4726-BFE2-5DAD9241BFED}" dt="2025-11-19T18:13:40.542" v="210" actId="1076"/>
        <pc:sldMkLst>
          <pc:docMk/>
          <pc:sldMk cId="867458904" sldId="259"/>
        </pc:sldMkLst>
        <pc:spChg chg="mod">
          <ac:chgData name="Nisha Paunikar" userId="7520e59c6ea1462c" providerId="LiveId" clId="{3DF126A1-4FD1-4726-BFE2-5DAD9241BFED}" dt="2025-11-19T18:13:10.945" v="206" actId="14100"/>
          <ac:spMkLst>
            <pc:docMk/>
            <pc:sldMk cId="867458904" sldId="259"/>
            <ac:spMk id="2" creationId="{0AD857D3-B5D3-C5AA-F8B5-954BC5B7FFC7}"/>
          </ac:spMkLst>
        </pc:spChg>
        <pc:spChg chg="mod">
          <ac:chgData name="Nisha Paunikar" userId="7520e59c6ea1462c" providerId="LiveId" clId="{3DF126A1-4FD1-4726-BFE2-5DAD9241BFED}" dt="2025-11-19T18:13:30.132" v="209" actId="14100"/>
          <ac:spMkLst>
            <pc:docMk/>
            <pc:sldMk cId="867458904" sldId="259"/>
            <ac:spMk id="3" creationId="{B7C92EB7-291A-5A7B-C8C6-F30845A11AA7}"/>
          </ac:spMkLst>
        </pc:spChg>
        <pc:picChg chg="add mod">
          <ac:chgData name="Nisha Paunikar" userId="7520e59c6ea1462c" providerId="LiveId" clId="{3DF126A1-4FD1-4726-BFE2-5DAD9241BFED}" dt="2025-11-19T18:13:40.542" v="210" actId="1076"/>
          <ac:picMkLst>
            <pc:docMk/>
            <pc:sldMk cId="867458904" sldId="259"/>
            <ac:picMk id="5122" creationId="{CB7CC289-E95F-0429-12D0-EB0D72742AF9}"/>
          </ac:picMkLst>
        </pc:picChg>
      </pc:sldChg>
      <pc:sldChg chg="addSp modSp mod">
        <pc:chgData name="Nisha Paunikar" userId="7520e59c6ea1462c" providerId="LiveId" clId="{3DF126A1-4FD1-4726-BFE2-5DAD9241BFED}" dt="2025-11-19T18:17:17.157" v="222" actId="14100"/>
        <pc:sldMkLst>
          <pc:docMk/>
          <pc:sldMk cId="1254218319" sldId="260"/>
        </pc:sldMkLst>
        <pc:spChg chg="mod">
          <ac:chgData name="Nisha Paunikar" userId="7520e59c6ea1462c" providerId="LiveId" clId="{3DF126A1-4FD1-4726-BFE2-5DAD9241BFED}" dt="2025-11-19T18:17:17.157" v="222" actId="14100"/>
          <ac:spMkLst>
            <pc:docMk/>
            <pc:sldMk cId="1254218319" sldId="260"/>
            <ac:spMk id="3" creationId="{9194ECE3-B89F-9836-63AA-FE7E236811F2}"/>
          </ac:spMkLst>
        </pc:spChg>
        <pc:picChg chg="add mod">
          <ac:chgData name="Nisha Paunikar" userId="7520e59c6ea1462c" providerId="LiveId" clId="{3DF126A1-4FD1-4726-BFE2-5DAD9241BFED}" dt="2025-11-19T18:16:45.328" v="219" actId="1076"/>
          <ac:picMkLst>
            <pc:docMk/>
            <pc:sldMk cId="1254218319" sldId="260"/>
            <ac:picMk id="6146" creationId="{03E13D09-6DC0-EC02-E598-D2F14D1D2F44}"/>
          </ac:picMkLst>
        </pc:picChg>
      </pc:sldChg>
      <pc:sldChg chg="addSp delSp modSp new mod">
        <pc:chgData name="Nisha Paunikar" userId="7520e59c6ea1462c" providerId="LiveId" clId="{3DF126A1-4FD1-4726-BFE2-5DAD9241BFED}" dt="2025-11-25T14:41:34.026" v="250" actId="1076"/>
        <pc:sldMkLst>
          <pc:docMk/>
          <pc:sldMk cId="1072890754" sldId="261"/>
        </pc:sldMkLst>
        <pc:spChg chg="mod">
          <ac:chgData name="Nisha Paunikar" userId="7520e59c6ea1462c" providerId="LiveId" clId="{3DF126A1-4FD1-4726-BFE2-5DAD9241BFED}" dt="2025-11-19T13:34:25.051" v="8" actId="2711"/>
          <ac:spMkLst>
            <pc:docMk/>
            <pc:sldMk cId="1072890754" sldId="261"/>
            <ac:spMk id="2" creationId="{166B295F-5F22-C17F-872D-66C7841427B2}"/>
          </ac:spMkLst>
        </pc:spChg>
        <pc:spChg chg="add mod">
          <ac:chgData name="Nisha Paunikar" userId="7520e59c6ea1462c" providerId="LiveId" clId="{3DF126A1-4FD1-4726-BFE2-5DAD9241BFED}" dt="2025-11-25T14:36:50.264" v="244" actId="478"/>
          <ac:spMkLst>
            <pc:docMk/>
            <pc:sldMk cId="1072890754" sldId="261"/>
            <ac:spMk id="7" creationId="{47484A71-C2DE-BCAB-21D5-86505DCA9D86}"/>
          </ac:spMkLst>
        </pc:spChg>
        <pc:picChg chg="add del mod">
          <ac:chgData name="Nisha Paunikar" userId="7520e59c6ea1462c" providerId="LiveId" clId="{3DF126A1-4FD1-4726-BFE2-5DAD9241BFED}" dt="2025-11-25T13:35:54.683" v="243" actId="478"/>
          <ac:picMkLst>
            <pc:docMk/>
            <pc:sldMk cId="1072890754" sldId="261"/>
            <ac:picMk id="4" creationId="{ADBF5E54-D2DB-B63F-E6D4-50489958422B}"/>
          </ac:picMkLst>
        </pc:picChg>
        <pc:picChg chg="add del mod">
          <ac:chgData name="Nisha Paunikar" userId="7520e59c6ea1462c" providerId="LiveId" clId="{3DF126A1-4FD1-4726-BFE2-5DAD9241BFED}" dt="2025-11-25T14:36:50.264" v="244" actId="478"/>
          <ac:picMkLst>
            <pc:docMk/>
            <pc:sldMk cId="1072890754" sldId="261"/>
            <ac:picMk id="5" creationId="{92D92C5B-13A0-B48A-2F8E-5E92D172F446}"/>
          </ac:picMkLst>
        </pc:picChg>
        <pc:picChg chg="add mod">
          <ac:chgData name="Nisha Paunikar" userId="7520e59c6ea1462c" providerId="LiveId" clId="{3DF126A1-4FD1-4726-BFE2-5DAD9241BFED}" dt="2025-11-25T14:41:34.026" v="250" actId="1076"/>
          <ac:picMkLst>
            <pc:docMk/>
            <pc:sldMk cId="1072890754" sldId="261"/>
            <ac:picMk id="9" creationId="{D3FDF0FC-BE1F-84C3-6C80-C7F61C6304AC}"/>
          </ac:picMkLst>
        </pc:picChg>
      </pc:sldChg>
      <pc:sldChg chg="addSp delSp modSp new mod">
        <pc:chgData name="Nisha Paunikar" userId="7520e59c6ea1462c" providerId="LiveId" clId="{3DF126A1-4FD1-4726-BFE2-5DAD9241BFED}" dt="2025-11-19T14:06:53.035" v="143" actId="14100"/>
        <pc:sldMkLst>
          <pc:docMk/>
          <pc:sldMk cId="779997825" sldId="262"/>
        </pc:sldMkLst>
        <pc:spChg chg="mod">
          <ac:chgData name="Nisha Paunikar" userId="7520e59c6ea1462c" providerId="LiveId" clId="{3DF126A1-4FD1-4726-BFE2-5DAD9241BFED}" dt="2025-11-19T14:01:49.385" v="127"/>
          <ac:spMkLst>
            <pc:docMk/>
            <pc:sldMk cId="779997825" sldId="262"/>
            <ac:spMk id="2" creationId="{AEAA01A4-B722-8061-C08C-38ADE0B0ECFD}"/>
          </ac:spMkLst>
        </pc:spChg>
        <pc:spChg chg="add mod">
          <ac:chgData name="Nisha Paunikar" userId="7520e59c6ea1462c" providerId="LiveId" clId="{3DF126A1-4FD1-4726-BFE2-5DAD9241BFED}" dt="2025-11-19T14:06:53.035" v="143" actId="14100"/>
          <ac:spMkLst>
            <pc:docMk/>
            <pc:sldMk cId="779997825" sldId="262"/>
            <ac:spMk id="4" creationId="{442DE14F-FB0A-805A-C35E-46C350D8AD47}"/>
          </ac:spMkLst>
        </pc:spChg>
        <pc:spChg chg="add mod">
          <ac:chgData name="Nisha Paunikar" userId="7520e59c6ea1462c" providerId="LiveId" clId="{3DF126A1-4FD1-4726-BFE2-5DAD9241BFED}" dt="2025-11-19T14:06:53.035" v="143" actId="14100"/>
          <ac:spMkLst>
            <pc:docMk/>
            <pc:sldMk cId="779997825" sldId="262"/>
            <ac:spMk id="5" creationId="{C06349AA-DE9F-4AA3-C7E8-E2D4D5B27137}"/>
          </ac:spMkLst>
        </pc:spChg>
        <pc:spChg chg="add mod">
          <ac:chgData name="Nisha Paunikar" userId="7520e59c6ea1462c" providerId="LiveId" clId="{3DF126A1-4FD1-4726-BFE2-5DAD9241BFED}" dt="2025-11-19T14:06:53.035" v="143" actId="14100"/>
          <ac:spMkLst>
            <pc:docMk/>
            <pc:sldMk cId="779997825" sldId="262"/>
            <ac:spMk id="6" creationId="{BF91687A-83D3-22BD-0BAE-575F2FDB07CA}"/>
          </ac:spMkLst>
        </pc:spChg>
        <pc:spChg chg="add mod">
          <ac:chgData name="Nisha Paunikar" userId="7520e59c6ea1462c" providerId="LiveId" clId="{3DF126A1-4FD1-4726-BFE2-5DAD9241BFED}" dt="2025-11-19T14:06:53.035" v="143" actId="14100"/>
          <ac:spMkLst>
            <pc:docMk/>
            <pc:sldMk cId="779997825" sldId="262"/>
            <ac:spMk id="7" creationId="{7A925C87-1BD8-3B7A-962D-561CFBA3DA40}"/>
          </ac:spMkLst>
        </pc:spChg>
        <pc:picChg chg="add mod">
          <ac:chgData name="Nisha Paunikar" userId="7520e59c6ea1462c" providerId="LiveId" clId="{3DF126A1-4FD1-4726-BFE2-5DAD9241BFED}" dt="2025-11-19T14:06:53.035" v="143" actId="14100"/>
          <ac:picMkLst>
            <pc:docMk/>
            <pc:sldMk cId="779997825" sldId="262"/>
            <ac:picMk id="1026" creationId="{C3C45898-DD40-EF12-467E-D888ACF6F46A}"/>
          </ac:picMkLst>
        </pc:picChg>
        <pc:picChg chg="add mod">
          <ac:chgData name="Nisha Paunikar" userId="7520e59c6ea1462c" providerId="LiveId" clId="{3DF126A1-4FD1-4726-BFE2-5DAD9241BFED}" dt="2025-11-19T14:06:53.035" v="143" actId="14100"/>
          <ac:picMkLst>
            <pc:docMk/>
            <pc:sldMk cId="779997825" sldId="262"/>
            <ac:picMk id="1028" creationId="{3F904157-5109-E1D9-464D-05D19D92A780}"/>
          </ac:picMkLst>
        </pc:picChg>
        <pc:picChg chg="add mod">
          <ac:chgData name="Nisha Paunikar" userId="7520e59c6ea1462c" providerId="LiveId" clId="{3DF126A1-4FD1-4726-BFE2-5DAD9241BFED}" dt="2025-11-19T14:06:53.035" v="143" actId="14100"/>
          <ac:picMkLst>
            <pc:docMk/>
            <pc:sldMk cId="779997825" sldId="262"/>
            <ac:picMk id="1032" creationId="{99F635AE-8A10-9CC6-CFCB-AD2760A80FEC}"/>
          </ac:picMkLst>
        </pc:picChg>
        <pc:picChg chg="add mod">
          <ac:chgData name="Nisha Paunikar" userId="7520e59c6ea1462c" providerId="LiveId" clId="{3DF126A1-4FD1-4726-BFE2-5DAD9241BFED}" dt="2025-11-19T14:06:53.035" v="143" actId="14100"/>
          <ac:picMkLst>
            <pc:docMk/>
            <pc:sldMk cId="779997825" sldId="262"/>
            <ac:picMk id="1034" creationId="{23931889-02D6-1713-3330-6B1E8F50C1A6}"/>
          </ac:picMkLst>
        </pc:picChg>
      </pc:sldChg>
      <pc:sldChg chg="addSp delSp modSp new mod">
        <pc:chgData name="Nisha Paunikar" userId="7520e59c6ea1462c" providerId="LiveId" clId="{3DF126A1-4FD1-4726-BFE2-5DAD9241BFED}" dt="2025-11-19T18:23:19.840" v="237" actId="1076"/>
        <pc:sldMkLst>
          <pc:docMk/>
          <pc:sldMk cId="1811513630" sldId="263"/>
        </pc:sldMkLst>
        <pc:spChg chg="mod">
          <ac:chgData name="Nisha Paunikar" userId="7520e59c6ea1462c" providerId="LiveId" clId="{3DF126A1-4FD1-4726-BFE2-5DAD9241BFED}" dt="2025-11-19T14:15:26.844" v="171"/>
          <ac:spMkLst>
            <pc:docMk/>
            <pc:sldMk cId="1811513630" sldId="263"/>
            <ac:spMk id="2" creationId="{B1684882-92E1-98C6-2A1C-C3664CEEF509}"/>
          </ac:spMkLst>
        </pc:spChg>
        <pc:spChg chg="add mod">
          <ac:chgData name="Nisha Paunikar" userId="7520e59c6ea1462c" providerId="LiveId" clId="{3DF126A1-4FD1-4726-BFE2-5DAD9241BFED}" dt="2025-11-19T18:21:13.472" v="232" actId="1076"/>
          <ac:spMkLst>
            <pc:docMk/>
            <pc:sldMk cId="1811513630" sldId="263"/>
            <ac:spMk id="4" creationId="{CBD14485-85C1-7A95-2CF4-7573ECCDF1BA}"/>
          </ac:spMkLst>
        </pc:spChg>
        <pc:picChg chg="add mod">
          <ac:chgData name="Nisha Paunikar" userId="7520e59c6ea1462c" providerId="LiveId" clId="{3DF126A1-4FD1-4726-BFE2-5DAD9241BFED}" dt="2025-11-19T18:23:19.840" v="237" actId="1076"/>
          <ac:picMkLst>
            <pc:docMk/>
            <pc:sldMk cId="1811513630" sldId="263"/>
            <ac:picMk id="2053" creationId="{928D2F61-F28C-9235-8946-949D41842368}"/>
          </ac:picMkLst>
        </pc:picChg>
      </pc:sldChg>
      <pc:sldChg chg="addSp delSp modSp new mod">
        <pc:chgData name="Nisha Paunikar" userId="7520e59c6ea1462c" providerId="LiveId" clId="{3DF126A1-4FD1-4726-BFE2-5DAD9241BFED}" dt="2025-11-19T14:18:46.952" v="190" actId="1076"/>
        <pc:sldMkLst>
          <pc:docMk/>
          <pc:sldMk cId="3647755117" sldId="264"/>
        </pc:sldMkLst>
        <pc:spChg chg="mod">
          <ac:chgData name="Nisha Paunikar" userId="7520e59c6ea1462c" providerId="LiveId" clId="{3DF126A1-4FD1-4726-BFE2-5DAD9241BFED}" dt="2025-11-19T14:17:37.706" v="184" actId="2711"/>
          <ac:spMkLst>
            <pc:docMk/>
            <pc:sldMk cId="3647755117" sldId="264"/>
            <ac:spMk id="2" creationId="{4832AD79-36A6-9D16-CDB6-C75060EE9539}"/>
          </ac:spMkLst>
        </pc:spChg>
        <pc:spChg chg="add mod">
          <ac:chgData name="Nisha Paunikar" userId="7520e59c6ea1462c" providerId="LiveId" clId="{3DF126A1-4FD1-4726-BFE2-5DAD9241BFED}" dt="2025-11-19T14:18:46.952" v="190" actId="1076"/>
          <ac:spMkLst>
            <pc:docMk/>
            <pc:sldMk cId="3647755117" sldId="264"/>
            <ac:spMk id="4" creationId="{4F108A97-83FB-3CFD-B61E-13C04B132509}"/>
          </ac:spMkLst>
        </pc:spChg>
      </pc:sldChg>
      <pc:sldChg chg="addSp delSp modSp new mod">
        <pc:chgData name="Nisha Paunikar" userId="7520e59c6ea1462c" providerId="LiveId" clId="{3DF126A1-4FD1-4726-BFE2-5DAD9241BFED}" dt="2025-11-19T18:11:20.721" v="202" actId="1076"/>
        <pc:sldMkLst>
          <pc:docMk/>
          <pc:sldMk cId="1874540324" sldId="265"/>
        </pc:sldMkLst>
        <pc:spChg chg="add">
          <ac:chgData name="Nisha Paunikar" userId="7520e59c6ea1462c" providerId="LiveId" clId="{3DF126A1-4FD1-4726-BFE2-5DAD9241BFED}" dt="2025-11-19T18:09:52.711" v="195"/>
          <ac:spMkLst>
            <pc:docMk/>
            <pc:sldMk cId="1874540324" sldId="265"/>
            <ac:spMk id="4" creationId="{FED3001B-DBB6-3630-358A-DBA0F0954D09}"/>
          </ac:spMkLst>
        </pc:spChg>
        <pc:picChg chg="add mod">
          <ac:chgData name="Nisha Paunikar" userId="7520e59c6ea1462c" providerId="LiveId" clId="{3DF126A1-4FD1-4726-BFE2-5DAD9241BFED}" dt="2025-11-19T18:11:20.721" v="202" actId="1076"/>
          <ac:picMkLst>
            <pc:docMk/>
            <pc:sldMk cId="1874540324" sldId="265"/>
            <ac:picMk id="8" creationId="{87D57261-30DD-3CD0-B218-2EFAA92224DF}"/>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07CC975F-ADAE-4151-8821-1783C660796A}" type="datetimeFigureOut">
              <a:rPr lang="en-IN" smtClean="0"/>
              <a:t>25-11-2025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2787188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3734770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07CC975F-ADAE-4151-8821-1783C660796A}" type="datetimeFigureOut">
              <a:rPr lang="en-IN" smtClean="0"/>
              <a:t>25-11-2025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522103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368893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316968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2745524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2389483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F0669B61-075E-4DE6-A2BB-7D3FCF88389A}"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5059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07CC975F-ADAE-4151-8821-1783C660796A}" type="datetimeFigureOut">
              <a:rPr lang="en-IN" smtClean="0"/>
              <a:t>25-11-2025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376882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433687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07CC975F-ADAE-4151-8821-1783C660796A}" type="datetimeFigureOut">
              <a:rPr lang="en-IN" smtClean="0"/>
              <a:t>25-11-2025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770169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07CC975F-ADAE-4151-8821-1783C660796A}" type="datetimeFigureOut">
              <a:rPr lang="en-IN" smtClean="0"/>
              <a:t>25-11-2025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F0669B61-075E-4DE6-A2BB-7D3FCF88389A}" type="slidenum">
              <a:rPr lang="en-IN" smtClean="0"/>
              <a:t>‹#›</a:t>
            </a:fld>
            <a:endParaRPr lang="en-IN"/>
          </a:p>
        </p:txBody>
      </p:sp>
    </p:spTree>
    <p:extLst>
      <p:ext uri="{BB962C8B-B14F-4D97-AF65-F5344CB8AC3E}">
        <p14:creationId xmlns:p14="http://schemas.microsoft.com/office/powerpoint/2010/main" val="1724519999"/>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F3579-87D9-2064-BCC8-02882D28CEC1}"/>
              </a:ext>
            </a:extLst>
          </p:cNvPr>
          <p:cNvSpPr>
            <a:spLocks noGrp="1"/>
          </p:cNvSpPr>
          <p:nvPr>
            <p:ph type="ctrTitle"/>
          </p:nvPr>
        </p:nvSpPr>
        <p:spPr>
          <a:xfrm>
            <a:off x="2415162" y="2172929"/>
            <a:ext cx="7505585" cy="1799303"/>
          </a:xfrm>
        </p:spPr>
        <p:txBody>
          <a:bodyPr>
            <a:normAutofit/>
          </a:bodyPr>
          <a:lstStyle/>
          <a:p>
            <a:r>
              <a:rPr lang="en-IN" sz="4800" dirty="0">
                <a:latin typeface="Arial Rounded MT Bold" panose="020F0704030504030204" pitchFamily="34" charset="0"/>
              </a:rPr>
              <a:t>EVENT MANAGEMENT SYSTEM</a:t>
            </a:r>
          </a:p>
        </p:txBody>
      </p:sp>
      <p:sp>
        <p:nvSpPr>
          <p:cNvPr id="3" name="Subtitle 2">
            <a:extLst>
              <a:ext uri="{FF2B5EF4-FFF2-40B4-BE49-F238E27FC236}">
                <a16:creationId xmlns:a16="http://schemas.microsoft.com/office/drawing/2014/main" id="{3DAA04DE-5864-FAB7-5F51-07BA14ACD3A0}"/>
              </a:ext>
            </a:extLst>
          </p:cNvPr>
          <p:cNvSpPr>
            <a:spLocks noGrp="1"/>
          </p:cNvSpPr>
          <p:nvPr>
            <p:ph type="subTitle" idx="1"/>
          </p:nvPr>
        </p:nvSpPr>
        <p:spPr>
          <a:xfrm>
            <a:off x="2383324" y="4080626"/>
            <a:ext cx="7425351" cy="589698"/>
          </a:xfrm>
        </p:spPr>
        <p:txBody>
          <a:bodyPr/>
          <a:lstStyle/>
          <a:p>
            <a:r>
              <a:rPr lang="en-IN" dirty="0">
                <a:latin typeface="Arial Rounded MT Bold" panose="020F0704030504030204" pitchFamily="34" charset="0"/>
              </a:rPr>
              <a:t>Submitted By: Nisha Paunikar</a:t>
            </a:r>
          </a:p>
        </p:txBody>
      </p:sp>
    </p:spTree>
    <p:extLst>
      <p:ext uri="{BB962C8B-B14F-4D97-AF65-F5344CB8AC3E}">
        <p14:creationId xmlns:p14="http://schemas.microsoft.com/office/powerpoint/2010/main" val="2692031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3513-D3FF-231B-87B0-CB4C11528563}"/>
              </a:ext>
            </a:extLst>
          </p:cNvPr>
          <p:cNvSpPr>
            <a:spLocks noGrp="1"/>
          </p:cNvSpPr>
          <p:nvPr>
            <p:ph type="title"/>
          </p:nvPr>
        </p:nvSpPr>
        <p:spPr/>
        <p:txBody>
          <a:bodyPr>
            <a:normAutofit/>
          </a:bodyPr>
          <a:lstStyle/>
          <a:p>
            <a:r>
              <a:rPr lang="en-IN" dirty="0">
                <a:latin typeface="Arial Rounded MT Bold" panose="020F0704030504030204" pitchFamily="34" charset="0"/>
              </a:rPr>
              <a:t>INDEX</a:t>
            </a:r>
          </a:p>
        </p:txBody>
      </p:sp>
      <p:sp>
        <p:nvSpPr>
          <p:cNvPr id="7" name="Content Placeholder 6">
            <a:extLst>
              <a:ext uri="{FF2B5EF4-FFF2-40B4-BE49-F238E27FC236}">
                <a16:creationId xmlns:a16="http://schemas.microsoft.com/office/drawing/2014/main" id="{9058B0DE-2E44-8024-F773-FC435F094174}"/>
              </a:ext>
            </a:extLst>
          </p:cNvPr>
          <p:cNvSpPr>
            <a:spLocks noGrp="1"/>
          </p:cNvSpPr>
          <p:nvPr>
            <p:ph idx="1"/>
          </p:nvPr>
        </p:nvSpPr>
        <p:spPr/>
        <p:txBody>
          <a:bodyPr/>
          <a:lstStyle/>
          <a:p>
            <a:r>
              <a:rPr lang="en-IN" dirty="0">
                <a:latin typeface="Arial" panose="020B0604020202020204" pitchFamily="34" charset="0"/>
                <a:cs typeface="Arial" panose="020B0604020202020204" pitchFamily="34" charset="0"/>
              </a:rPr>
              <a:t>INTRODUCTION</a:t>
            </a:r>
          </a:p>
          <a:p>
            <a:r>
              <a:rPr lang="en-IN" dirty="0">
                <a:latin typeface="Arial" panose="020B0604020202020204" pitchFamily="34" charset="0"/>
                <a:cs typeface="Arial" panose="020B0604020202020204" pitchFamily="34" charset="0"/>
              </a:rPr>
              <a:t>PROBLEM STATEMENT</a:t>
            </a:r>
          </a:p>
          <a:p>
            <a:r>
              <a:rPr lang="en-IN" dirty="0">
                <a:latin typeface="Arial" panose="020B0604020202020204" pitchFamily="34" charset="0"/>
                <a:cs typeface="Arial" panose="020B0604020202020204" pitchFamily="34" charset="0"/>
              </a:rPr>
              <a:t>PROJECT OBJECTIVES</a:t>
            </a:r>
          </a:p>
          <a:p>
            <a:r>
              <a:rPr lang="en-IN" dirty="0">
                <a:latin typeface="Arial" panose="020B0604020202020204" pitchFamily="34" charset="0"/>
                <a:cs typeface="Arial" panose="020B0604020202020204" pitchFamily="34" charset="0"/>
              </a:rPr>
              <a:t>ER DIAGRAM</a:t>
            </a:r>
          </a:p>
          <a:p>
            <a:r>
              <a:rPr lang="en-IN" dirty="0">
                <a:latin typeface="Arial" panose="020B0604020202020204" pitchFamily="34" charset="0"/>
                <a:cs typeface="Arial" panose="020B0604020202020204" pitchFamily="34" charset="0"/>
              </a:rPr>
              <a:t>TOOLS &amp; TECHNOLOGIES</a:t>
            </a:r>
          </a:p>
          <a:p>
            <a:r>
              <a:rPr lang="en-IN" dirty="0">
                <a:latin typeface="Arial" panose="020B0604020202020204" pitchFamily="34" charset="0"/>
                <a:cs typeface="Arial" panose="020B0604020202020204" pitchFamily="34" charset="0"/>
              </a:rPr>
              <a:t>CHALLENGES FACED</a:t>
            </a:r>
          </a:p>
          <a:p>
            <a:r>
              <a:rPr lang="en-IN" dirty="0">
                <a:latin typeface="Arial" panose="020B0604020202020204" pitchFamily="34" charset="0"/>
                <a:cs typeface="Arial" panose="020B0604020202020204" pitchFamily="34" charset="0"/>
              </a:rPr>
              <a:t>CONCLUSION</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0955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9216-F9C2-6256-7608-42106D2C4FE8}"/>
              </a:ext>
            </a:extLst>
          </p:cNvPr>
          <p:cNvSpPr>
            <a:spLocks noGrp="1"/>
          </p:cNvSpPr>
          <p:nvPr>
            <p:ph type="title"/>
          </p:nvPr>
        </p:nvSpPr>
        <p:spPr>
          <a:xfrm>
            <a:off x="1066800" y="642594"/>
            <a:ext cx="5658465" cy="1371600"/>
          </a:xfrm>
        </p:spPr>
        <p:txBody>
          <a:bodyPr/>
          <a:lstStyle/>
          <a:p>
            <a:r>
              <a:rPr lang="en-IN" dirty="0">
                <a:latin typeface="Arial Rounded MT Bold" panose="020F0704030504030204" pitchFamily="34" charset="0"/>
              </a:rPr>
              <a:t>INTRODUCTION</a:t>
            </a:r>
          </a:p>
        </p:txBody>
      </p:sp>
      <p:sp>
        <p:nvSpPr>
          <p:cNvPr id="3" name="Content Placeholder 2">
            <a:extLst>
              <a:ext uri="{FF2B5EF4-FFF2-40B4-BE49-F238E27FC236}">
                <a16:creationId xmlns:a16="http://schemas.microsoft.com/office/drawing/2014/main" id="{F5A5C633-1640-8529-5680-A861D1E18AA2}"/>
              </a:ext>
            </a:extLst>
          </p:cNvPr>
          <p:cNvSpPr>
            <a:spLocks noGrp="1"/>
          </p:cNvSpPr>
          <p:nvPr>
            <p:ph idx="1"/>
          </p:nvPr>
        </p:nvSpPr>
        <p:spPr>
          <a:xfrm>
            <a:off x="1066800" y="2241375"/>
            <a:ext cx="5402826" cy="2684207"/>
          </a:xfrm>
        </p:spPr>
        <p:txBody>
          <a:bodyPr>
            <a:normAutofit/>
          </a:bodyPr>
          <a:lstStyle/>
          <a:p>
            <a:pPr marL="0" indent="0">
              <a:lnSpc>
                <a:spcPct val="150000"/>
              </a:lnSpc>
              <a:buNone/>
            </a:pPr>
            <a:r>
              <a:rPr lang="en-US" dirty="0">
                <a:latin typeface="Arial" panose="020B0604020202020204" pitchFamily="34" charset="0"/>
                <a:cs typeface="Arial" panose="020B0604020202020204" pitchFamily="34" charset="0"/>
              </a:rPr>
              <a:t>Event Management System is a project which aims in developing a computerized system to manage all the daily activities of event handling such as creating events, managing venues, booking tickets, sending confirmation mails, and maintaining all records using Java, JDBC, SQL, and </a:t>
            </a:r>
            <a:r>
              <a:rPr lang="en-US" dirty="0" err="1">
                <a:latin typeface="Arial" panose="020B0604020202020204" pitchFamily="34" charset="0"/>
                <a:cs typeface="Arial" panose="020B0604020202020204" pitchFamily="34" charset="0"/>
              </a:rPr>
              <a:t>JavaMail</a:t>
            </a:r>
            <a:r>
              <a:rPr lang="en-US" dirty="0">
                <a:latin typeface="Arial" panose="020B0604020202020204" pitchFamily="34" charset="0"/>
                <a:cs typeface="Arial" panose="020B0604020202020204" pitchFamily="34" charset="0"/>
              </a:rPr>
              <a:t> API.</a:t>
            </a:r>
            <a:endParaRPr lang="en-IN" dirty="0">
              <a:latin typeface="Arial" panose="020B0604020202020204" pitchFamily="34" charset="0"/>
              <a:cs typeface="Arial" panose="020B0604020202020204" pitchFamily="34" charset="0"/>
            </a:endParaRPr>
          </a:p>
        </p:txBody>
      </p:sp>
      <p:pic>
        <p:nvPicPr>
          <p:cNvPr id="1028" name="Picture 4">
            <a:extLst>
              <a:ext uri="{FF2B5EF4-FFF2-40B4-BE49-F238E27FC236}">
                <a16:creationId xmlns:a16="http://schemas.microsoft.com/office/drawing/2014/main" id="{C34B658C-C171-371B-FD21-561ABD088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5265" y="415413"/>
            <a:ext cx="5053780" cy="6027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322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69DBB-BEF4-8A67-D676-7226EAF80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857D3-B5D3-C5AA-F8B5-954BC5B7FFC7}"/>
              </a:ext>
            </a:extLst>
          </p:cNvPr>
          <p:cNvSpPr>
            <a:spLocks noGrp="1"/>
          </p:cNvSpPr>
          <p:nvPr>
            <p:ph type="title"/>
          </p:nvPr>
        </p:nvSpPr>
        <p:spPr/>
        <p:txBody>
          <a:bodyPr/>
          <a:lstStyle/>
          <a:p>
            <a:r>
              <a:rPr lang="en-IN" dirty="0">
                <a:latin typeface="Arial Rounded MT Bold" panose="020F0704030504030204" pitchFamily="34" charset="0"/>
              </a:rPr>
              <a:t>PROBLEM STATEMENT</a:t>
            </a:r>
          </a:p>
        </p:txBody>
      </p:sp>
      <p:sp>
        <p:nvSpPr>
          <p:cNvPr id="3" name="Content Placeholder 2">
            <a:extLst>
              <a:ext uri="{FF2B5EF4-FFF2-40B4-BE49-F238E27FC236}">
                <a16:creationId xmlns:a16="http://schemas.microsoft.com/office/drawing/2014/main" id="{B7C92EB7-291A-5A7B-C8C6-F30845A11AA7}"/>
              </a:ext>
            </a:extLst>
          </p:cNvPr>
          <p:cNvSpPr>
            <a:spLocks noGrp="1"/>
          </p:cNvSpPr>
          <p:nvPr>
            <p:ph idx="1"/>
          </p:nvPr>
        </p:nvSpPr>
        <p:spPr>
          <a:xfrm>
            <a:off x="1066800" y="2202426"/>
            <a:ext cx="7204588" cy="3116826"/>
          </a:xfrm>
        </p:spPr>
        <p:txBody>
          <a:bodyPr>
            <a:normAutofit fontScale="85000" lnSpcReduction="20000"/>
          </a:bodyPr>
          <a:lstStyle/>
          <a:p>
            <a:pPr marL="0" indent="0">
              <a:buNone/>
            </a:pPr>
            <a:r>
              <a:rPr lang="en-US" sz="2400" dirty="0">
                <a:latin typeface="Arial" panose="020B0604020202020204" pitchFamily="34" charset="0"/>
                <a:cs typeface="Arial" panose="020B0604020202020204" pitchFamily="34" charset="0"/>
              </a:rPr>
              <a:t>Traditional event booking has many challenges:</a:t>
            </a:r>
          </a:p>
          <a:p>
            <a:pPr marL="0" indent="0">
              <a:buNone/>
            </a:pPr>
            <a:endParaRPr lang="en-US" sz="2400" dirty="0">
              <a:latin typeface="Arial" panose="020B0604020202020204" pitchFamily="34" charset="0"/>
              <a:cs typeface="Arial" panose="020B0604020202020204" pitchFamily="34" charset="0"/>
            </a:endParaRPr>
          </a:p>
          <a:p>
            <a:pPr marL="457200" indent="-457200">
              <a:buFont typeface="+mj-lt"/>
              <a:buAutoNum type="arabicPeriod"/>
            </a:pPr>
            <a:r>
              <a:rPr lang="en-US" sz="2400" dirty="0">
                <a:latin typeface="Arial" panose="020B0604020202020204" pitchFamily="34" charset="0"/>
                <a:cs typeface="Arial" panose="020B0604020202020204" pitchFamily="34" charset="0"/>
              </a:rPr>
              <a:t>Manual registration process</a:t>
            </a:r>
          </a:p>
          <a:p>
            <a:pPr marL="457200" indent="-457200">
              <a:buFont typeface="+mj-lt"/>
              <a:buAutoNum type="arabicPeriod"/>
            </a:pPr>
            <a:r>
              <a:rPr lang="en-US" sz="2400" dirty="0">
                <a:latin typeface="Arial" panose="020B0604020202020204" pitchFamily="34" charset="0"/>
                <a:cs typeface="Arial" panose="020B0604020202020204" pitchFamily="34" charset="0"/>
              </a:rPr>
              <a:t>No proper record management</a:t>
            </a:r>
          </a:p>
          <a:p>
            <a:pPr marL="457200" indent="-457200">
              <a:buFont typeface="+mj-lt"/>
              <a:buAutoNum type="arabicPeriod"/>
            </a:pPr>
            <a:r>
              <a:rPr lang="en-US" sz="2400" dirty="0">
                <a:latin typeface="Arial" panose="020B0604020202020204" pitchFamily="34" charset="0"/>
                <a:cs typeface="Arial" panose="020B0604020202020204" pitchFamily="34" charset="0"/>
              </a:rPr>
              <a:t>Hard to track bookings and cancellations</a:t>
            </a:r>
          </a:p>
          <a:p>
            <a:pPr marL="457200" indent="-457200">
              <a:buFont typeface="+mj-lt"/>
              <a:buAutoNum type="arabicPeriod"/>
            </a:pPr>
            <a:r>
              <a:rPr lang="en-US" sz="2400" dirty="0">
                <a:latin typeface="Arial" panose="020B0604020202020204" pitchFamily="34" charset="0"/>
                <a:cs typeface="Arial" panose="020B0604020202020204" pitchFamily="34" charset="0"/>
              </a:rPr>
              <a:t>No centralized system</a:t>
            </a: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This project solves these issues using a simple, database-driven console application.</a:t>
            </a:r>
          </a:p>
        </p:txBody>
      </p:sp>
      <p:pic>
        <p:nvPicPr>
          <p:cNvPr id="5122" name="Picture 2" descr="Problem statement illustration Images - Free Download on Freepik">
            <a:extLst>
              <a:ext uri="{FF2B5EF4-FFF2-40B4-BE49-F238E27FC236}">
                <a16:creationId xmlns:a16="http://schemas.microsoft.com/office/drawing/2014/main" id="{CB7CC289-E95F-0429-12D0-EB0D72742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569" y="2202426"/>
            <a:ext cx="3114368" cy="3114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458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3F64F-F4F2-0F22-B45D-23BC66E2A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753D4-C5A7-EC36-A89A-422D84DE35FD}"/>
              </a:ext>
            </a:extLst>
          </p:cNvPr>
          <p:cNvSpPr>
            <a:spLocks noGrp="1"/>
          </p:cNvSpPr>
          <p:nvPr>
            <p:ph type="title"/>
          </p:nvPr>
        </p:nvSpPr>
        <p:spPr/>
        <p:txBody>
          <a:bodyPr/>
          <a:lstStyle/>
          <a:p>
            <a:r>
              <a:rPr lang="en-IN" dirty="0">
                <a:latin typeface="Arial Rounded MT Bold" panose="020F0704030504030204" pitchFamily="34" charset="0"/>
              </a:rPr>
              <a:t>PROJECT OBJECTIVES</a:t>
            </a:r>
          </a:p>
        </p:txBody>
      </p:sp>
      <p:sp>
        <p:nvSpPr>
          <p:cNvPr id="3" name="Content Placeholder 2">
            <a:extLst>
              <a:ext uri="{FF2B5EF4-FFF2-40B4-BE49-F238E27FC236}">
                <a16:creationId xmlns:a16="http://schemas.microsoft.com/office/drawing/2014/main" id="{9194ECE3-B89F-9836-63AA-FE7E236811F2}"/>
              </a:ext>
            </a:extLst>
          </p:cNvPr>
          <p:cNvSpPr>
            <a:spLocks noGrp="1"/>
          </p:cNvSpPr>
          <p:nvPr>
            <p:ph idx="1"/>
          </p:nvPr>
        </p:nvSpPr>
        <p:spPr>
          <a:xfrm>
            <a:off x="4616245" y="2639961"/>
            <a:ext cx="6641690" cy="2203846"/>
          </a:xfrm>
        </p:spPr>
        <p:txBody>
          <a:bodyPr>
            <a:normAutofit/>
          </a:bodyPr>
          <a:lstStyle/>
          <a:p>
            <a:pPr marL="457200" indent="-457200">
              <a:buFont typeface="+mj-lt"/>
              <a:buAutoNum type="arabicPeriod"/>
            </a:pPr>
            <a:r>
              <a:rPr lang="en-US" sz="2000" dirty="0">
                <a:latin typeface="Arial" panose="020B0604020202020204" pitchFamily="34" charset="0"/>
                <a:cs typeface="Arial" panose="020B0604020202020204" pitchFamily="34" charset="0"/>
              </a:rPr>
              <a:t>Provide a system for managing events and venues</a:t>
            </a:r>
          </a:p>
          <a:p>
            <a:pPr marL="457200" indent="-457200">
              <a:buFont typeface="+mj-lt"/>
              <a:buAutoNum type="arabicPeriod"/>
            </a:pPr>
            <a:r>
              <a:rPr lang="en-US" sz="2000" dirty="0">
                <a:latin typeface="Arial" panose="020B0604020202020204" pitchFamily="34" charset="0"/>
                <a:cs typeface="Arial" panose="020B0604020202020204" pitchFamily="34" charset="0"/>
              </a:rPr>
              <a:t>Allow participants to book and cancel tickets</a:t>
            </a:r>
          </a:p>
          <a:p>
            <a:pPr marL="457200" indent="-457200">
              <a:buFont typeface="+mj-lt"/>
              <a:buAutoNum type="arabicPeriod"/>
            </a:pPr>
            <a:r>
              <a:rPr lang="en-US" sz="2000" dirty="0">
                <a:latin typeface="Arial" panose="020B0604020202020204" pitchFamily="34" charset="0"/>
                <a:cs typeface="Arial" panose="020B0604020202020204" pitchFamily="34" charset="0"/>
              </a:rPr>
              <a:t>Maintain clean database records</a:t>
            </a:r>
          </a:p>
          <a:p>
            <a:pPr marL="457200" indent="-457200">
              <a:buFont typeface="+mj-lt"/>
              <a:buAutoNum type="arabicPeriod"/>
            </a:pPr>
            <a:r>
              <a:rPr lang="en-US" sz="2000" dirty="0">
                <a:latin typeface="Arial" panose="020B0604020202020204" pitchFamily="34" charset="0"/>
                <a:cs typeface="Arial" panose="020B0604020202020204" pitchFamily="34" charset="0"/>
              </a:rPr>
              <a:t>Enable admin control for event management</a:t>
            </a:r>
          </a:p>
          <a:p>
            <a:pPr marL="457200" indent="-457200">
              <a:buFont typeface="+mj-lt"/>
              <a:buAutoNum type="arabicPeriod"/>
            </a:pPr>
            <a:r>
              <a:rPr lang="en-US" sz="2000" dirty="0">
                <a:latin typeface="Arial" panose="020B0604020202020204" pitchFamily="34" charset="0"/>
                <a:cs typeface="Arial" panose="020B0604020202020204" pitchFamily="34" charset="0"/>
              </a:rPr>
              <a:t>Use JDBC for secure database connectivity</a:t>
            </a:r>
          </a:p>
        </p:txBody>
      </p:sp>
      <p:pic>
        <p:nvPicPr>
          <p:cNvPr id="6146" name="Picture 2" descr="Project goal Vectors - Download Free High-Quality Vectors from Freepik |  Freepik">
            <a:extLst>
              <a:ext uri="{FF2B5EF4-FFF2-40B4-BE49-F238E27FC236}">
                <a16:creationId xmlns:a16="http://schemas.microsoft.com/office/drawing/2014/main" id="{03E13D09-6DC0-EC02-E598-D2F14D1D2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065" y="2310581"/>
            <a:ext cx="3116825" cy="311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21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B295F-5F22-C17F-872D-66C7841427B2}"/>
              </a:ext>
            </a:extLst>
          </p:cNvPr>
          <p:cNvSpPr>
            <a:spLocks noGrp="1"/>
          </p:cNvSpPr>
          <p:nvPr>
            <p:ph type="title"/>
          </p:nvPr>
        </p:nvSpPr>
        <p:spPr/>
        <p:txBody>
          <a:bodyPr>
            <a:normAutofit/>
          </a:bodyPr>
          <a:lstStyle/>
          <a:p>
            <a:r>
              <a:rPr lang="en-IN" dirty="0">
                <a:latin typeface="Arial Rounded MT Bold" panose="020F0704030504030204" pitchFamily="34" charset="0"/>
                <a:cs typeface="Arial" panose="020B0604020202020204" pitchFamily="34" charset="0"/>
              </a:rPr>
              <a:t>ER DIAGRAM</a:t>
            </a:r>
            <a:endParaRPr lang="en-IN" dirty="0">
              <a:latin typeface="Arial Rounded MT Bold" panose="020F0704030504030204" pitchFamily="34" charset="0"/>
            </a:endParaRPr>
          </a:p>
        </p:txBody>
      </p:sp>
      <p:sp>
        <p:nvSpPr>
          <p:cNvPr id="7" name="Content Placeholder 6">
            <a:extLst>
              <a:ext uri="{FF2B5EF4-FFF2-40B4-BE49-F238E27FC236}">
                <a16:creationId xmlns:a16="http://schemas.microsoft.com/office/drawing/2014/main" id="{47484A71-C2DE-BCAB-21D5-86505DCA9D86}"/>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D3FDF0FC-BE1F-84C3-6C80-C7F61C6304AC}"/>
              </a:ext>
            </a:extLst>
          </p:cNvPr>
          <p:cNvPicPr>
            <a:picLocks noChangeAspect="1"/>
          </p:cNvPicPr>
          <p:nvPr/>
        </p:nvPicPr>
        <p:blipFill>
          <a:blip r:embed="rId2"/>
          <a:stretch>
            <a:fillRect/>
          </a:stretch>
        </p:blipFill>
        <p:spPr>
          <a:xfrm>
            <a:off x="2918032" y="2014194"/>
            <a:ext cx="5223080" cy="4228208"/>
          </a:xfrm>
          <a:prstGeom prst="rect">
            <a:avLst/>
          </a:prstGeom>
        </p:spPr>
      </p:pic>
    </p:spTree>
    <p:extLst>
      <p:ext uri="{BB962C8B-B14F-4D97-AF65-F5344CB8AC3E}">
        <p14:creationId xmlns:p14="http://schemas.microsoft.com/office/powerpoint/2010/main" val="1072890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A01A4-B722-8061-C08C-38ADE0B0ECFD}"/>
              </a:ext>
            </a:extLst>
          </p:cNvPr>
          <p:cNvSpPr>
            <a:spLocks noGrp="1"/>
          </p:cNvSpPr>
          <p:nvPr>
            <p:ph type="title"/>
          </p:nvPr>
        </p:nvSpPr>
        <p:spPr/>
        <p:txBody>
          <a:bodyPr/>
          <a:lstStyle/>
          <a:p>
            <a:r>
              <a:rPr lang="en-IN" dirty="0">
                <a:latin typeface="Arial Rounded MT Bold" panose="020F0704030504030204" pitchFamily="34" charset="0"/>
              </a:rPr>
              <a:t>TOOLS &amp; TECHNOLOGIES</a:t>
            </a:r>
          </a:p>
        </p:txBody>
      </p:sp>
      <p:pic>
        <p:nvPicPr>
          <p:cNvPr id="1026" name="Picture 2">
            <a:extLst>
              <a:ext uri="{FF2B5EF4-FFF2-40B4-BE49-F238E27FC236}">
                <a16:creationId xmlns:a16="http://schemas.microsoft.com/office/drawing/2014/main" id="{C3C45898-DD40-EF12-467E-D888ACF6F4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9926" y="3429001"/>
            <a:ext cx="1719416" cy="17194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F904157-5109-E1D9-464D-05D19D92A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7320" y="3429000"/>
            <a:ext cx="1719416" cy="17391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9F635AE-8A10-9CC6-CFCB-AD2760A80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4713" y="3384754"/>
            <a:ext cx="1802669" cy="18026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3931889-02D6-1713-3330-6B1E8F50C1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0598" y="3496595"/>
            <a:ext cx="1719416" cy="16119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42DE14F-FB0A-805A-C35E-46C350D8AD47}"/>
              </a:ext>
            </a:extLst>
          </p:cNvPr>
          <p:cNvSpPr txBox="1"/>
          <p:nvPr/>
        </p:nvSpPr>
        <p:spPr>
          <a:xfrm>
            <a:off x="1249926" y="2780071"/>
            <a:ext cx="1719416"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JDBC Driver</a:t>
            </a:r>
          </a:p>
        </p:txBody>
      </p:sp>
      <p:sp>
        <p:nvSpPr>
          <p:cNvPr id="5" name="TextBox 4">
            <a:extLst>
              <a:ext uri="{FF2B5EF4-FFF2-40B4-BE49-F238E27FC236}">
                <a16:creationId xmlns:a16="http://schemas.microsoft.com/office/drawing/2014/main" id="{C06349AA-DE9F-4AA3-C7E8-E2D4D5B27137}"/>
              </a:ext>
            </a:extLst>
          </p:cNvPr>
          <p:cNvSpPr txBox="1"/>
          <p:nvPr/>
        </p:nvSpPr>
        <p:spPr>
          <a:xfrm>
            <a:off x="3747320" y="2780071"/>
            <a:ext cx="1719416"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SQL Database</a:t>
            </a:r>
          </a:p>
        </p:txBody>
      </p:sp>
      <p:sp>
        <p:nvSpPr>
          <p:cNvPr id="6" name="TextBox 5">
            <a:extLst>
              <a:ext uri="{FF2B5EF4-FFF2-40B4-BE49-F238E27FC236}">
                <a16:creationId xmlns:a16="http://schemas.microsoft.com/office/drawing/2014/main" id="{BF91687A-83D3-22BD-0BAE-575F2FDB07CA}"/>
              </a:ext>
            </a:extLst>
          </p:cNvPr>
          <p:cNvSpPr txBox="1"/>
          <p:nvPr/>
        </p:nvSpPr>
        <p:spPr>
          <a:xfrm>
            <a:off x="6244713" y="2780071"/>
            <a:ext cx="1802669"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Core Java</a:t>
            </a:r>
          </a:p>
        </p:txBody>
      </p:sp>
      <p:sp>
        <p:nvSpPr>
          <p:cNvPr id="7" name="TextBox 6">
            <a:extLst>
              <a:ext uri="{FF2B5EF4-FFF2-40B4-BE49-F238E27FC236}">
                <a16:creationId xmlns:a16="http://schemas.microsoft.com/office/drawing/2014/main" id="{7A925C87-1BD8-3B7A-962D-561CFBA3DA40}"/>
              </a:ext>
            </a:extLst>
          </p:cNvPr>
          <p:cNvSpPr txBox="1"/>
          <p:nvPr/>
        </p:nvSpPr>
        <p:spPr>
          <a:xfrm>
            <a:off x="8830598" y="2792984"/>
            <a:ext cx="1719416"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Eclipse IDE</a:t>
            </a:r>
          </a:p>
        </p:txBody>
      </p:sp>
    </p:spTree>
    <p:extLst>
      <p:ext uri="{BB962C8B-B14F-4D97-AF65-F5344CB8AC3E}">
        <p14:creationId xmlns:p14="http://schemas.microsoft.com/office/powerpoint/2010/main" val="779997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4882-92E1-98C6-2A1C-C3664CEEF509}"/>
              </a:ext>
            </a:extLst>
          </p:cNvPr>
          <p:cNvSpPr>
            <a:spLocks noGrp="1"/>
          </p:cNvSpPr>
          <p:nvPr>
            <p:ph type="title"/>
          </p:nvPr>
        </p:nvSpPr>
        <p:spPr/>
        <p:txBody>
          <a:bodyPr/>
          <a:lstStyle/>
          <a:p>
            <a:r>
              <a:rPr lang="en-IN" dirty="0">
                <a:latin typeface="Arial Rounded MT Bold" panose="020F0704030504030204" pitchFamily="34" charset="0"/>
              </a:rPr>
              <a:t>CHALLENGES FACED</a:t>
            </a:r>
          </a:p>
        </p:txBody>
      </p:sp>
      <p:sp>
        <p:nvSpPr>
          <p:cNvPr id="4" name="Rectangle 1">
            <a:extLst>
              <a:ext uri="{FF2B5EF4-FFF2-40B4-BE49-F238E27FC236}">
                <a16:creationId xmlns:a16="http://schemas.microsoft.com/office/drawing/2014/main" id="{CBD14485-85C1-7A95-2CF4-7573ECCDF1BA}"/>
              </a:ext>
            </a:extLst>
          </p:cNvPr>
          <p:cNvSpPr>
            <a:spLocks noGrp="1" noChangeArrowheads="1"/>
          </p:cNvSpPr>
          <p:nvPr>
            <p:ph idx="1"/>
          </p:nvPr>
        </p:nvSpPr>
        <p:spPr bwMode="auto">
          <a:xfrm>
            <a:off x="1066800" y="2417664"/>
            <a:ext cx="6848168"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Handling SQL exceptions</a:t>
            </a:r>
          </a:p>
          <a:p>
            <a:pPr eaLnBrk="0" fontAlgn="base" hangingPunct="0">
              <a:lnSpc>
                <a:spcPct val="150000"/>
              </a:lnSpc>
              <a:spcBef>
                <a:spcPct val="0"/>
              </a:spcBef>
              <a:spcAft>
                <a:spcPct val="0"/>
              </a:spcAft>
              <a:buClrTx/>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Designing multiple Java modules</a:t>
            </a:r>
            <a:endParaRPr lang="en-US" altLang="en-US" sz="2000" dirty="0">
              <a:latin typeface="Arial" panose="020B0604020202020204" pitchFamily="34" charset="0"/>
              <a:cs typeface="Arial" panose="020B0604020202020204" pitchFamily="34" charset="0"/>
            </a:endParaRPr>
          </a:p>
          <a:p>
            <a:pPr eaLnBrk="0" fontAlgn="base" hangingPunct="0">
              <a:lnSpc>
                <a:spcPct val="150000"/>
              </a:lnSpc>
              <a:spcBef>
                <a:spcPct val="0"/>
              </a:spcBef>
              <a:spcAft>
                <a:spcPct val="0"/>
              </a:spcAft>
              <a:buClrTx/>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Implementing CRUD operations</a:t>
            </a:r>
          </a:p>
          <a:p>
            <a:pPr eaLnBrk="0" fontAlgn="base" hangingPunct="0">
              <a:lnSpc>
                <a:spcPct val="150000"/>
              </a:lnSpc>
              <a:spcBef>
                <a:spcPct val="0"/>
              </a:spcBef>
              <a:spcAft>
                <a:spcPct val="0"/>
              </a:spcAft>
              <a:buClrTx/>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Configuring </a:t>
            </a:r>
            <a:r>
              <a:rPr kumimoji="0" lang="en-US" altLang="en-US" sz="20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JavaMail</a:t>
            </a: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API with SMTP server</a:t>
            </a:r>
          </a:p>
          <a:p>
            <a:pPr eaLnBrk="0" fontAlgn="base" hangingPunct="0">
              <a:lnSpc>
                <a:spcPct val="150000"/>
              </a:lnSpc>
              <a:spcBef>
                <a:spcPct val="0"/>
              </a:spcBef>
              <a:spcAft>
                <a:spcPct val="0"/>
              </a:spcAft>
              <a:buClrTx/>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Sending real-time confirmation and cancellation emails</a:t>
            </a:r>
          </a:p>
        </p:txBody>
      </p:sp>
      <p:pic>
        <p:nvPicPr>
          <p:cNvPr id="2053" name="Picture 5" descr="Challenge Vectors - Download Free High-Quality Vectors from Freepik |  Freepik">
            <a:extLst>
              <a:ext uri="{FF2B5EF4-FFF2-40B4-BE49-F238E27FC236}">
                <a16:creationId xmlns:a16="http://schemas.microsoft.com/office/drawing/2014/main" id="{928D2F61-F28C-9235-8946-949D418423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9658" y="2066720"/>
            <a:ext cx="3045542" cy="3045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513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2AD79-36A6-9D16-CDB6-C75060EE9539}"/>
              </a:ext>
            </a:extLst>
          </p:cNvPr>
          <p:cNvSpPr>
            <a:spLocks noGrp="1"/>
          </p:cNvSpPr>
          <p:nvPr>
            <p:ph type="title"/>
          </p:nvPr>
        </p:nvSpPr>
        <p:spPr/>
        <p:txBody>
          <a:bodyPr/>
          <a:lstStyle/>
          <a:p>
            <a:r>
              <a:rPr lang="en-IN" dirty="0">
                <a:latin typeface="Arial Rounded MT Bold" panose="020F0704030504030204" pitchFamily="34" charset="0"/>
              </a:rPr>
              <a:t>CONCLUSION</a:t>
            </a:r>
          </a:p>
        </p:txBody>
      </p:sp>
      <p:sp>
        <p:nvSpPr>
          <p:cNvPr id="4" name="Rectangle 1">
            <a:extLst>
              <a:ext uri="{FF2B5EF4-FFF2-40B4-BE49-F238E27FC236}">
                <a16:creationId xmlns:a16="http://schemas.microsoft.com/office/drawing/2014/main" id="{4F108A97-83FB-3CFD-B61E-13C04B132509}"/>
              </a:ext>
            </a:extLst>
          </p:cNvPr>
          <p:cNvSpPr>
            <a:spLocks noGrp="1" noChangeArrowheads="1"/>
          </p:cNvSpPr>
          <p:nvPr>
            <p:ph idx="1"/>
          </p:nvPr>
        </p:nvSpPr>
        <p:spPr bwMode="auto">
          <a:xfrm>
            <a:off x="1066800" y="2309078"/>
            <a:ext cx="9907199"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pPr>
            <a:r>
              <a:rPr kumimoji="0" lang="en-US" altLang="en-US" sz="2400" b="0" i="0" u="none" strike="noStrike" cap="none" normalizeH="0" baseline="0" dirty="0">
                <a:ln>
                  <a:noFill/>
                </a:ln>
                <a:solidFill>
                  <a:schemeClr val="tx1"/>
                </a:solidFill>
                <a:effectLst/>
                <a:latin typeface="Arial" panose="020B0604020202020204" pitchFamily="34" charset="0"/>
              </a:rPr>
              <a:t>Built a fully functional console-based Event Management System</a:t>
            </a:r>
          </a:p>
          <a:p>
            <a:pPr eaLnBrk="0" fontAlgn="base" hangingPunct="0">
              <a:lnSpc>
                <a:spcPct val="150000"/>
              </a:lnSpc>
              <a:spcBef>
                <a:spcPct val="0"/>
              </a:spcBef>
              <a:spcAft>
                <a:spcPct val="0"/>
              </a:spcAft>
              <a:buClrTx/>
            </a:pPr>
            <a:r>
              <a:rPr kumimoji="0" lang="en-US" altLang="en-US" sz="2400" b="0" i="0" u="none" strike="noStrike" cap="none" normalizeH="0" baseline="0" dirty="0">
                <a:ln>
                  <a:noFill/>
                </a:ln>
                <a:solidFill>
                  <a:schemeClr val="tx1"/>
                </a:solidFill>
                <a:effectLst/>
                <a:latin typeface="Arial" panose="020B0604020202020204" pitchFamily="34" charset="0"/>
              </a:rPr>
              <a:t>Covers event creation, booking, cancellation, and venue management</a:t>
            </a:r>
          </a:p>
          <a:p>
            <a:pPr eaLnBrk="0" fontAlgn="base" hangingPunct="0">
              <a:lnSpc>
                <a:spcPct val="150000"/>
              </a:lnSpc>
              <a:spcBef>
                <a:spcPct val="0"/>
              </a:spcBef>
              <a:spcAft>
                <a:spcPct val="0"/>
              </a:spcAft>
              <a:buClrTx/>
            </a:pPr>
            <a:r>
              <a:rPr kumimoji="0" lang="en-US" altLang="en-US" sz="2400" b="0" i="0" u="none" strike="noStrike" cap="none" normalizeH="0" baseline="0" dirty="0">
                <a:ln>
                  <a:noFill/>
                </a:ln>
                <a:solidFill>
                  <a:schemeClr val="tx1"/>
                </a:solidFill>
                <a:effectLst/>
                <a:latin typeface="Arial" panose="020B0604020202020204" pitchFamily="34" charset="0"/>
              </a:rPr>
              <a:t>Uses clean Java code and efficient JDBC interactions</a:t>
            </a:r>
          </a:p>
          <a:p>
            <a:pPr eaLnBrk="0" fontAlgn="base" hangingPunct="0">
              <a:lnSpc>
                <a:spcPct val="150000"/>
              </a:lnSpc>
              <a:spcBef>
                <a:spcPct val="0"/>
              </a:spcBef>
              <a:spcAft>
                <a:spcPct val="0"/>
              </a:spcAft>
              <a:buClrTx/>
            </a:pPr>
            <a:r>
              <a:rPr kumimoji="0" lang="en-US" altLang="en-US" sz="2400" b="0" i="0" u="none" strike="noStrike" cap="none" normalizeH="0" baseline="0" dirty="0">
                <a:ln>
                  <a:noFill/>
                </a:ln>
                <a:solidFill>
                  <a:schemeClr val="tx1"/>
                </a:solidFill>
                <a:effectLst/>
                <a:latin typeface="Arial" panose="020B0604020202020204" pitchFamily="34" charset="0"/>
              </a:rPr>
              <a:t>Database ensures accuracy and reliability</a:t>
            </a:r>
          </a:p>
        </p:txBody>
      </p:sp>
    </p:spTree>
    <p:extLst>
      <p:ext uri="{BB962C8B-B14F-4D97-AF65-F5344CB8AC3E}">
        <p14:creationId xmlns:p14="http://schemas.microsoft.com/office/powerpoint/2010/main" val="3647755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Thank You With Heart Emoji PNG Transparent Images Free Download | Vector  Files | Pngtree">
            <a:extLst>
              <a:ext uri="{FF2B5EF4-FFF2-40B4-BE49-F238E27FC236}">
                <a16:creationId xmlns:a16="http://schemas.microsoft.com/office/drawing/2014/main" id="{FED3001B-DBB6-3630-358A-DBA0F0954D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Content Placeholder 7">
            <a:extLst>
              <a:ext uri="{FF2B5EF4-FFF2-40B4-BE49-F238E27FC236}">
                <a16:creationId xmlns:a16="http://schemas.microsoft.com/office/drawing/2014/main" id="{87D57261-30DD-3CD0-B218-2EFAA92224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821992" y="715796"/>
            <a:ext cx="10243215" cy="5121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5403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TM03457510[[fn=Savon]]</Template>
  <TotalTime>1052</TotalTime>
  <Words>216</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Rounded MT Bold</vt:lpstr>
      <vt:lpstr>Century Gothic</vt:lpstr>
      <vt:lpstr>Savon</vt:lpstr>
      <vt:lpstr>EVENT MANAGEMENT SYSTEM</vt:lpstr>
      <vt:lpstr>INDEX</vt:lpstr>
      <vt:lpstr>INTRODUCTION</vt:lpstr>
      <vt:lpstr>PROBLEM STATEMENT</vt:lpstr>
      <vt:lpstr>PROJECT OBJECTIVES</vt:lpstr>
      <vt:lpstr>ER DIAGRAM</vt:lpstr>
      <vt:lpstr>TOOLS &amp; TECHNOLOGIES</vt:lpstr>
      <vt:lpstr>CHALLENGES FACED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Nisha Paunikar</dc:creator>
  <cp:lastModifiedBy>Nisha Paunikar</cp:lastModifiedBy>
  <cp:revision>1</cp:revision>
  <dcterms:created xsi:type="dcterms:W3CDTF">2025-11-18T14:01:56Z</dcterms:created>
  <dcterms:modified xsi:type="dcterms:W3CDTF">2025-11-25T14:41:44Z</dcterms:modified>
</cp:coreProperties>
</file>